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70" r:id="rId11"/>
    <p:sldId id="271" r:id="rId12"/>
    <p:sldId id="272" r:id="rId13"/>
    <p:sldId id="274" r:id="rId14"/>
    <p:sldId id="275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2D90E0-5720-22F7-122E-D434B9E28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8C5B724-95AA-7BBC-695F-6C4F20F9E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0034C48-7D82-F377-9CF9-9D96F6092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E662-974D-45BD-ABA9-6FC9E34A755A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831BA5-6701-8A91-3A3B-8DFBC73B3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453F44F-3722-1B1C-FD34-143C25896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9D069-EFAA-4EAF-A5FD-FEA48B9B1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3756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63BFD2-D497-5CA1-52CE-1EF1BDEA5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EFFC2D-7B98-E46D-D184-EC1479C05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64B51D-4D9D-AA4A-739A-13E61AB2D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E662-974D-45BD-ABA9-6FC9E34A755A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4DC97F-74E9-84BF-A7A8-6CD271F72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D2ECE3-87BF-B031-E8C8-07F029126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9D069-EFAA-4EAF-A5FD-FEA48B9B1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8982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073450-E74E-0DB2-EFF2-080835169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FDD515-F8D1-D5B7-E044-BE95D9309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C1A950-C7EC-2A71-D20F-E7A03C27A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E662-974D-45BD-ABA9-6FC9E34A755A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094F428-1C89-B5CB-1392-EC6E858C7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8F54BA-E4D1-2A71-FF0F-DC731C7DE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9D069-EFAA-4EAF-A5FD-FEA48B9B1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8712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94F30D-0E01-CAD3-B5EA-C222AE372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F4622A-340C-8231-04C8-D83D32D415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3D962F7-6224-DC68-2B32-347796E95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C37C5DE-7302-856E-CF73-CC8FA4DF4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E662-974D-45BD-ABA9-6FC9E34A755A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30241D-A444-E947-3BB4-06B27077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DB6AF81-0E6E-B125-EF5D-4951A3DBC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9D069-EFAA-4EAF-A5FD-FEA48B9B1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951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8C9FF9-EF71-6615-EBAB-CD3BECF6A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6A5D69D-7E40-E835-B3BE-79B8D597D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16F3A96-3E69-461A-B6F2-DB56F348A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6D8DE14-E502-468E-7479-A6DB29124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2D07324-54E7-97D4-C347-06A01931D4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E9D1C82-3974-8032-D2F5-0B5B72DA9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E662-974D-45BD-ABA9-6FC9E34A755A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38E04CE-D597-FBA7-688B-69DE959DF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342E7C5-8A85-470F-9224-7CE11AB6A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9D069-EFAA-4EAF-A5FD-FEA48B9B1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9503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DDE3BA-68A9-A640-2788-0458C89EC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81CECC9-5BB8-3893-9A6D-EF9E816F7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E662-974D-45BD-ABA9-6FC9E34A755A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282E42E-B87C-5E2F-F527-073E1EBEB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CDC907B-1B14-AF6D-B9AA-51EB233FF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9D069-EFAA-4EAF-A5FD-FEA48B9B1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7202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33DC7AC-80A3-DA21-2E70-CE401B0C4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E662-974D-45BD-ABA9-6FC9E34A755A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F1CAD4A-04FE-275D-62BC-958A8BB8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396392-4E92-893E-B2DA-335D76146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9D069-EFAA-4EAF-A5FD-FEA48B9B1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6494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CD25A2-D20E-4B9F-8C16-1D56A5FD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DF2E69-2C22-A678-AF06-8E1957BA5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A625EDE-E8E3-6585-8D75-701013086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36B662D-0E91-1C58-78BF-0791839D8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E662-974D-45BD-ABA9-6FC9E34A755A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BE1E5C9-BBD2-F50B-CB67-951222EC8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881562C-8ED0-B116-F1B0-01F86F59E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9D069-EFAA-4EAF-A5FD-FEA48B9B1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8180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2618D9-BC5F-5154-BBE7-0582B9BA0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5332DA6-0F17-F356-32F0-2E7457C1D7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3B38EAE-A8D2-FC68-17E7-D51B3FA73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CE44415-6466-8489-1007-D3C83F1DE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E662-974D-45BD-ABA9-6FC9E34A755A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C7B8787-8562-18B1-2F49-C9E3FAACB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3C62DD2-52EC-75A0-E3CE-820FDED4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9D069-EFAA-4EAF-A5FD-FEA48B9B1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2103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FC0B-38E5-FC4B-6832-D5E9CBE18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D103918-5738-6853-9CAE-1683E5076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B80FD1-3F40-F61D-6256-80EC8E8F2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E662-974D-45BD-ABA9-6FC9E34A755A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25BEDC-AC8D-7C5F-787F-96CA4AC81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F0192B5-2978-F427-D9AD-A13959C83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9D069-EFAA-4EAF-A5FD-FEA48B9B1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0266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16DFA30-3327-DC45-8705-56DFE13CAA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8F7C475-66C7-5FB5-6DE8-5BE56B894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CFCCD64-D7CE-FCA2-5A88-D2E62F4F0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E662-974D-45BD-ABA9-6FC9E34A755A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87F75B-C1AB-C923-D690-30F89BE1D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D92761-0C12-93D6-7FD9-3B9E7FB7A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9D069-EFAA-4EAF-A5FD-FEA48B9B1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4588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B51D5A7-E388-98B7-2CB6-1E1A45CE4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7735AE8-8797-1455-D705-17A7EE176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400B4D-C2E0-B0E5-A4C8-AAA48183F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9E662-974D-45BD-ABA9-6FC9E34A755A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2B433D2-62B0-C076-2FBA-97842A2CC3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1A50A9-02EE-AC4B-329B-0FDDDE95F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D9D069-EFAA-4EAF-A5FD-FEA48B9B1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1888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7E5717-6B9B-E45C-1AF3-D140F6F2A1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A1C4402-25D7-DC9F-9028-A0D174C2AF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EB59923-0BE8-B6DC-3A35-3FA1ACDEF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" y="0"/>
            <a:ext cx="12172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743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88FD4-180F-701D-1777-EA621811E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B96AE5-FEE2-970E-D725-77A9566CF6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523A59D-7E87-1CD3-4615-F3A46A7BF1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FA0F119-18E8-4090-CB73-9C6D0DEF00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" y="0"/>
            <a:ext cx="12172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693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02351-B75C-2493-EFB0-7ED719984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D1E846-D1B3-F6D3-FB75-CBEB3527E0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88E3753-7DC2-1617-EF62-1BD1C5993F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97D46CF-E67A-48EA-044D-182E64DF6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" y="16042"/>
            <a:ext cx="12172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360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856E4-1563-321D-9DB9-5CE3CFB80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044CC9-03BD-1DED-E185-2DD370CEB2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6E32AB5-F88D-6249-3B25-D33F41B6E5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863827D-29D0-1029-336F-C81203C06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" y="0"/>
            <a:ext cx="12172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514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9B1FF-5F3A-6BD7-0423-FB83B55F1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B35071-1F11-A09B-1C89-6981E8C0C1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A58FF59-72E4-8375-C126-4793F2240D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DD0AED7-DAD2-06D2-9616-3E938AE5B0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" y="0"/>
            <a:ext cx="12172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23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284F3-4152-2A98-C823-09BB15D06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5DA252-4C36-7229-353A-CD6A184271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37BCE75-DB25-4712-23DC-6EA369519F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B7C831A-EB89-2244-3136-3E97D6233D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" y="0"/>
            <a:ext cx="12172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092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EEB0E-0E27-3CEE-515F-337EF3D9B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A34BD3-E05F-6BC5-FE17-87FA757025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310E33C-FFDC-7B2C-7089-8AC9602F65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7FB2AEE-2F04-FF63-BCDB-57B328774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" y="0"/>
            <a:ext cx="12172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894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7858D-A5E6-49F0-5665-5BF85276F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C30FC6-4AF5-9CB3-668A-A5B50A1F10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F3BFDA1-065C-FD08-B7EC-A1D40972E7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FFC6D58-50AC-6FFE-BF3B-F6A5F23C5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" y="0"/>
            <a:ext cx="12172318" cy="6858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1DE8530-0C10-4A11-BDFC-E0422BD5B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66" y="1000104"/>
            <a:ext cx="10517068" cy="57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934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3C01C57-E275-451A-AACE-B274E4FA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120275"/>
              </p:ext>
            </p:extLst>
          </p:nvPr>
        </p:nvGraphicFramePr>
        <p:xfrm>
          <a:off x="644271" y="1084481"/>
          <a:ext cx="7962900" cy="5773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1450">
                  <a:extLst>
                    <a:ext uri="{9D8B030D-6E8A-4147-A177-3AD203B41FA5}">
                      <a16:colId xmlns:a16="http://schemas.microsoft.com/office/drawing/2014/main" val="100784356"/>
                    </a:ext>
                  </a:extLst>
                </a:gridCol>
                <a:gridCol w="3981450">
                  <a:extLst>
                    <a:ext uri="{9D8B030D-6E8A-4147-A177-3AD203B41FA5}">
                      <a16:colId xmlns:a16="http://schemas.microsoft.com/office/drawing/2014/main" val="2695764894"/>
                    </a:ext>
                  </a:extLst>
                </a:gridCol>
              </a:tblGrid>
              <a:tr h="443857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屬性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說明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226560"/>
                  </a:ext>
                </a:extLst>
              </a:tr>
              <a:tr h="888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err="1"/>
                        <a:t>ProductID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dirty="0"/>
                        <a:t>商品</a:t>
                      </a:r>
                      <a:r>
                        <a:rPr lang="en-US" altLang="zh-TW" sz="3200" dirty="0"/>
                        <a:t>ID</a:t>
                      </a:r>
                      <a:endParaRPr lang="zh-TW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580842"/>
                  </a:ext>
                </a:extLst>
              </a:tr>
              <a:tr h="888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err="1"/>
                        <a:t>CategoryID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dirty="0"/>
                        <a:t>產品分類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80901"/>
                  </a:ext>
                </a:extLst>
              </a:tr>
              <a:tr h="888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/>
                        <a:t>Price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dirty="0"/>
                        <a:t>產品價值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31360"/>
                  </a:ext>
                </a:extLst>
              </a:tr>
              <a:tr h="888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/>
                        <a:t>Status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dirty="0"/>
                        <a:t>商品狀態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964641"/>
                  </a:ext>
                </a:extLst>
              </a:tr>
              <a:tr h="888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err="1"/>
                        <a:t>Descrpition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dirty="0"/>
                        <a:t>商品描述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821282"/>
                  </a:ext>
                </a:extLst>
              </a:tr>
              <a:tr h="888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/>
                        <a:t>Title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dirty="0"/>
                        <a:t>商品標題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081996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725D620C-879D-4792-8919-DCA550D938C0}"/>
              </a:ext>
            </a:extLst>
          </p:cNvPr>
          <p:cNvSpPr txBox="1"/>
          <p:nvPr/>
        </p:nvSpPr>
        <p:spPr>
          <a:xfrm>
            <a:off x="2162175" y="257175"/>
            <a:ext cx="2790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/>
              <a:t>實體</a:t>
            </a:r>
            <a:r>
              <a:rPr lang="en-US" altLang="zh-TW" sz="3600" dirty="0"/>
              <a:t>:Product</a:t>
            </a:r>
            <a:endParaRPr lang="zh-TW" altLang="en-US" sz="3600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5B702D54-3D04-4DB3-9A63-13578ADAC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9769" y="1661834"/>
            <a:ext cx="2610214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371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3C01C57-E275-451A-AACE-B274E4FA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586382"/>
              </p:ext>
            </p:extLst>
          </p:nvPr>
        </p:nvGraphicFramePr>
        <p:xfrm>
          <a:off x="534543" y="903506"/>
          <a:ext cx="7962900" cy="5773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1450">
                  <a:extLst>
                    <a:ext uri="{9D8B030D-6E8A-4147-A177-3AD203B41FA5}">
                      <a16:colId xmlns:a16="http://schemas.microsoft.com/office/drawing/2014/main" val="100784356"/>
                    </a:ext>
                  </a:extLst>
                </a:gridCol>
                <a:gridCol w="3981450">
                  <a:extLst>
                    <a:ext uri="{9D8B030D-6E8A-4147-A177-3AD203B41FA5}">
                      <a16:colId xmlns:a16="http://schemas.microsoft.com/office/drawing/2014/main" val="2695764894"/>
                    </a:ext>
                  </a:extLst>
                </a:gridCol>
              </a:tblGrid>
              <a:tr h="443857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屬性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說明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226560"/>
                  </a:ext>
                </a:extLst>
              </a:tr>
              <a:tr h="8882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UserID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使用者</a:t>
                      </a:r>
                      <a:r>
                        <a:rPr lang="en-US" altLang="zh-TW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580842"/>
                  </a:ext>
                </a:extLst>
              </a:tr>
              <a:tr h="8882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Password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密碼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80901"/>
                  </a:ext>
                </a:extLst>
              </a:tr>
              <a:tr h="8882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Account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帳號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31360"/>
                  </a:ext>
                </a:extLst>
              </a:tr>
              <a:tr h="8882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Role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角色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964641"/>
                  </a:ext>
                </a:extLst>
              </a:tr>
              <a:tr h="8882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名字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821282"/>
                  </a:ext>
                </a:extLst>
              </a:tr>
              <a:tr h="8882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Email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電子郵件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081996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725D620C-879D-4792-8919-DCA550D938C0}"/>
              </a:ext>
            </a:extLst>
          </p:cNvPr>
          <p:cNvSpPr txBox="1"/>
          <p:nvPr/>
        </p:nvSpPr>
        <p:spPr>
          <a:xfrm>
            <a:off x="2162175" y="257175"/>
            <a:ext cx="2790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/>
              <a:t>實體</a:t>
            </a:r>
            <a:r>
              <a:rPr lang="en-US" altLang="zh-TW" sz="3600" dirty="0"/>
              <a:t>:User</a:t>
            </a:r>
            <a:endParaRPr lang="zh-TW" altLang="en-US" sz="3600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AB3B943B-D603-45C2-A811-35048EEA5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1802" y="1853507"/>
            <a:ext cx="2448267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060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3C01C57-E275-451A-AACE-B274E4FA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988302"/>
              </p:ext>
            </p:extLst>
          </p:nvPr>
        </p:nvGraphicFramePr>
        <p:xfrm>
          <a:off x="287655" y="910900"/>
          <a:ext cx="7962900" cy="5773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1450">
                  <a:extLst>
                    <a:ext uri="{9D8B030D-6E8A-4147-A177-3AD203B41FA5}">
                      <a16:colId xmlns:a16="http://schemas.microsoft.com/office/drawing/2014/main" val="100784356"/>
                    </a:ext>
                  </a:extLst>
                </a:gridCol>
                <a:gridCol w="3981450">
                  <a:extLst>
                    <a:ext uri="{9D8B030D-6E8A-4147-A177-3AD203B41FA5}">
                      <a16:colId xmlns:a16="http://schemas.microsoft.com/office/drawing/2014/main" val="2695764894"/>
                    </a:ext>
                  </a:extLst>
                </a:gridCol>
              </a:tblGrid>
              <a:tr h="443857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屬性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說明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226560"/>
                  </a:ext>
                </a:extLst>
              </a:tr>
              <a:tr h="8882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MessageID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訊息</a:t>
                      </a:r>
                      <a:r>
                        <a:rPr lang="en-US" altLang="zh-TW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580842"/>
                  </a:ext>
                </a:extLst>
              </a:tr>
              <a:tr h="8882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Content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訊息內容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80901"/>
                  </a:ext>
                </a:extLst>
              </a:tr>
              <a:tr h="8882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ProposerID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傳送者</a:t>
                      </a:r>
                      <a:r>
                        <a:rPr lang="en-US" altLang="zh-TW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31360"/>
                  </a:ext>
                </a:extLst>
              </a:tr>
              <a:tr h="8882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ReceiverID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接收者</a:t>
                      </a:r>
                      <a:r>
                        <a:rPr lang="en-US" altLang="zh-TW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964641"/>
                  </a:ext>
                </a:extLst>
              </a:tr>
              <a:tr h="8882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名字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821282"/>
                  </a:ext>
                </a:extLst>
              </a:tr>
              <a:tr h="8882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ProductID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產品</a:t>
                      </a:r>
                      <a:r>
                        <a:rPr lang="en-US" altLang="zh-TW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081996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725D620C-879D-4792-8919-DCA550D938C0}"/>
              </a:ext>
            </a:extLst>
          </p:cNvPr>
          <p:cNvSpPr txBox="1"/>
          <p:nvPr/>
        </p:nvSpPr>
        <p:spPr>
          <a:xfrm>
            <a:off x="2162175" y="257175"/>
            <a:ext cx="2914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/>
              <a:t>實體</a:t>
            </a:r>
            <a:r>
              <a:rPr lang="en-US" altLang="zh-TW" sz="3600" dirty="0"/>
              <a:t>:Message</a:t>
            </a:r>
            <a:endParaRPr lang="zh-TW" altLang="en-US" sz="3600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F52506BD-E70B-4093-8B4B-AF8B3989F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779" y="2403358"/>
            <a:ext cx="3962953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55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3C01C57-E275-451A-AACE-B274E4FA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319099"/>
              </p:ext>
            </p:extLst>
          </p:nvPr>
        </p:nvGraphicFramePr>
        <p:xfrm>
          <a:off x="305943" y="1314986"/>
          <a:ext cx="7962900" cy="2220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1450">
                  <a:extLst>
                    <a:ext uri="{9D8B030D-6E8A-4147-A177-3AD203B41FA5}">
                      <a16:colId xmlns:a16="http://schemas.microsoft.com/office/drawing/2014/main" val="100784356"/>
                    </a:ext>
                  </a:extLst>
                </a:gridCol>
                <a:gridCol w="3981450">
                  <a:extLst>
                    <a:ext uri="{9D8B030D-6E8A-4147-A177-3AD203B41FA5}">
                      <a16:colId xmlns:a16="http://schemas.microsoft.com/office/drawing/2014/main" val="2695764894"/>
                    </a:ext>
                  </a:extLst>
                </a:gridCol>
              </a:tblGrid>
              <a:tr h="443857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屬性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說明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226560"/>
                  </a:ext>
                </a:extLst>
              </a:tr>
              <a:tr h="8882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CategoryID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類別</a:t>
                      </a:r>
                      <a:r>
                        <a:rPr lang="en-US" altLang="zh-TW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580842"/>
                  </a:ext>
                </a:extLst>
              </a:tr>
              <a:tr h="8882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CategoryName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類別名稱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80901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725D620C-879D-4792-8919-DCA550D938C0}"/>
              </a:ext>
            </a:extLst>
          </p:cNvPr>
          <p:cNvSpPr txBox="1"/>
          <p:nvPr/>
        </p:nvSpPr>
        <p:spPr>
          <a:xfrm>
            <a:off x="2162175" y="257175"/>
            <a:ext cx="2914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/>
              <a:t>實體</a:t>
            </a:r>
            <a:r>
              <a:rPr lang="en-US" altLang="zh-TW" sz="3600" dirty="0"/>
              <a:t>:Category</a:t>
            </a:r>
            <a:endParaRPr lang="zh-TW" altLang="en-US" sz="3600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160C466-A7B8-46A0-A10A-A32F51366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4597" y="3702953"/>
            <a:ext cx="2657846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078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3C01C57-E275-451A-AACE-B274E4FA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745323"/>
              </p:ext>
            </p:extLst>
          </p:nvPr>
        </p:nvGraphicFramePr>
        <p:xfrm>
          <a:off x="265017" y="857101"/>
          <a:ext cx="7716008" cy="5773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8004">
                  <a:extLst>
                    <a:ext uri="{9D8B030D-6E8A-4147-A177-3AD203B41FA5}">
                      <a16:colId xmlns:a16="http://schemas.microsoft.com/office/drawing/2014/main" val="100784356"/>
                    </a:ext>
                  </a:extLst>
                </a:gridCol>
                <a:gridCol w="3858004">
                  <a:extLst>
                    <a:ext uri="{9D8B030D-6E8A-4147-A177-3AD203B41FA5}">
                      <a16:colId xmlns:a16="http://schemas.microsoft.com/office/drawing/2014/main" val="2695764894"/>
                    </a:ext>
                  </a:extLst>
                </a:gridCol>
              </a:tblGrid>
              <a:tr h="443857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屬性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說明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226560"/>
                  </a:ext>
                </a:extLst>
              </a:tr>
              <a:tr h="8882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ExchangesID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交換</a:t>
                      </a:r>
                      <a:r>
                        <a:rPr lang="en-US" altLang="zh-TW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580842"/>
                  </a:ext>
                </a:extLst>
              </a:tr>
              <a:tr h="8882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商品狀態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80901"/>
                  </a:ext>
                </a:extLst>
              </a:tr>
              <a:tr h="8882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OrderDate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訂單日期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31360"/>
                  </a:ext>
                </a:extLst>
              </a:tr>
              <a:tr h="8882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ProposerProductID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發起者產品</a:t>
                      </a:r>
                      <a:r>
                        <a:rPr lang="en-US" altLang="zh-TW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964641"/>
                  </a:ext>
                </a:extLst>
              </a:tr>
              <a:tr h="8882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ReceiverProductID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接收者產品</a:t>
                      </a:r>
                      <a:r>
                        <a:rPr lang="en-US" altLang="zh-TW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821282"/>
                  </a:ext>
                </a:extLst>
              </a:tr>
              <a:tr h="8882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UserID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使用者</a:t>
                      </a:r>
                      <a:r>
                        <a:rPr lang="en-US" altLang="zh-TW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zh-TW" altLang="en-US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081996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725D620C-879D-4792-8919-DCA550D938C0}"/>
              </a:ext>
            </a:extLst>
          </p:cNvPr>
          <p:cNvSpPr txBox="1"/>
          <p:nvPr/>
        </p:nvSpPr>
        <p:spPr>
          <a:xfrm>
            <a:off x="2162174" y="257175"/>
            <a:ext cx="3152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/>
              <a:t>實體</a:t>
            </a:r>
            <a:r>
              <a:rPr lang="en-US" altLang="zh-TW" sz="3600" dirty="0"/>
              <a:t>:Exchanges</a:t>
            </a:r>
            <a:endParaRPr lang="zh-TW" altLang="en-US" sz="3600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A8546A39-4EDA-4E6F-A61D-0CD13A7AC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253" y="4869193"/>
            <a:ext cx="5258534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305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7858D-A5E6-49F0-5665-5BF85276F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C30FC6-4AF5-9CB3-668A-A5B50A1F10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F3BFDA1-065C-FD08-B7EC-A1D40972E7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FFC6D58-50AC-6FFE-BF3B-F6A5F23C5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" y="0"/>
            <a:ext cx="12172318" cy="6858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BA6BD50-3B81-4416-B7A6-1C6C764FB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1" y="950976"/>
            <a:ext cx="9143999" cy="553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772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8006B-CBA0-AFFC-6E96-0060A1084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7D013F-E792-2695-B391-4C4889CF5E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2354AB7-D092-DAE1-1BED-E546E0F8F2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A82355C-8325-CAC7-A4A1-26F3BFBBD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" y="0"/>
            <a:ext cx="12172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14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2CEB7-69E7-52DD-5DE6-B156E83AE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A9358A-26DB-F32A-947B-EFC764B0F3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A5310BB-FBDE-FA2F-72AA-E91EA1B057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3619960-8BCB-A424-511D-95FD4C929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" y="0"/>
            <a:ext cx="12172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508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08C78-52AA-C26A-2BF2-C9A6CCA11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BDE4DF-2C03-5A73-C2EC-A0A07A7A2A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2F9E5D7-D345-AC3C-7483-0DD859D092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955F874-9EE1-5C6D-4743-1D6A16390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" y="0"/>
            <a:ext cx="12172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036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2B908-690B-022A-03D8-A35AF301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402BCB-B608-C53A-3459-7288B49E93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5A29C83-8C16-976D-9E03-293A7AAE8B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BF6B625-8C0E-584E-A51A-F02D79703F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" y="0"/>
            <a:ext cx="12172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302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101</Words>
  <Application>Microsoft Office PowerPoint</Application>
  <PresentationFormat>寬螢幕</PresentationFormat>
  <Paragraphs>67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新細明體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chickened hand</dc:creator>
  <cp:lastModifiedBy>user</cp:lastModifiedBy>
  <cp:revision>13</cp:revision>
  <dcterms:created xsi:type="dcterms:W3CDTF">2026-04-26T15:36:45Z</dcterms:created>
  <dcterms:modified xsi:type="dcterms:W3CDTF">2026-04-29T01:43:13Z</dcterms:modified>
</cp:coreProperties>
</file>